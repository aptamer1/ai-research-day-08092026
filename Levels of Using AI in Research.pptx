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73" r:id="rId14"/>
    <p:sldId id="267" r:id="rId15"/>
    <p:sldId id="268" r:id="rId16"/>
    <p:sldId id="269" r:id="rId17"/>
    <p:sldId id="270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Loops </a:t>
            </a:r>
            <a:r>
              <a:rPr lang="nl-BE" dirty="0" err="1"/>
              <a:t>work</a:t>
            </a:r>
            <a:r>
              <a:rPr lang="nl-BE" dirty="0"/>
              <a:t> even </a:t>
            </a:r>
            <a:r>
              <a:rPr lang="nl-BE" dirty="0" err="1"/>
              <a:t>better</a:t>
            </a:r>
            <a:r>
              <a:rPr lang="nl-BE" dirty="0"/>
              <a:t> </a:t>
            </a:r>
            <a:r>
              <a:rPr lang="nl-BE" dirty="0" err="1"/>
              <a:t>if</a:t>
            </a:r>
            <a:r>
              <a:rPr lang="nl-BE" dirty="0"/>
              <a:t> </a:t>
            </a:r>
            <a:r>
              <a:rPr lang="nl-BE" dirty="0" err="1"/>
              <a:t>you</a:t>
            </a:r>
            <a:r>
              <a:rPr lang="nl-BE" dirty="0"/>
              <a:t> set </a:t>
            </a:r>
            <a:r>
              <a:rPr lang="nl-BE" dirty="0" err="1"/>
              <a:t>optimize</a:t>
            </a:r>
            <a:r>
              <a:rPr lang="nl-BE" dirty="0"/>
              <a:t> </a:t>
            </a:r>
            <a:r>
              <a:rPr lang="nl-BE" dirty="0" err="1"/>
              <a:t>for</a:t>
            </a:r>
            <a:r>
              <a:rPr lang="nl-BE" dirty="0"/>
              <a:t> x </a:t>
            </a:r>
            <a:r>
              <a:rPr lang="nl-BE" dirty="0" err="1"/>
              <a:t>and</a:t>
            </a:r>
            <a:r>
              <a:rPr lang="nl-BE" dirty="0"/>
              <a:t> y</a:t>
            </a:r>
          </a:p>
          <a:p>
            <a:r>
              <a:rPr lang="nl-BE" dirty="0"/>
              <a:t>Or </a:t>
            </a:r>
            <a:r>
              <a:rPr lang="nl-BE" dirty="0" err="1"/>
              <a:t>if</a:t>
            </a:r>
            <a:r>
              <a:rPr lang="nl-BE" dirty="0"/>
              <a:t> </a:t>
            </a:r>
            <a:r>
              <a:rPr lang="nl-BE" dirty="0" err="1"/>
              <a:t>you</a:t>
            </a:r>
            <a:r>
              <a:rPr lang="nl-BE" dirty="0"/>
              <a:t> have a list of </a:t>
            </a:r>
            <a:r>
              <a:rPr lang="nl-BE" dirty="0" err="1"/>
              <a:t>tasks</a:t>
            </a:r>
            <a:r>
              <a:rPr lang="nl-BE" dirty="0"/>
              <a:t>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you</a:t>
            </a:r>
            <a:r>
              <a:rPr lang="nl-BE" dirty="0"/>
              <a:t> want </a:t>
            </a:r>
            <a:r>
              <a:rPr lang="nl-BE" dirty="0" err="1"/>
              <a:t>to</a:t>
            </a:r>
            <a:r>
              <a:rPr lang="nl-BE" dirty="0"/>
              <a:t> keep </a:t>
            </a:r>
            <a:r>
              <a:rPr lang="nl-BE" dirty="0" err="1"/>
              <a:t>the</a:t>
            </a:r>
            <a:r>
              <a:rPr lang="nl-BE" dirty="0"/>
              <a:t> context </a:t>
            </a:r>
            <a:r>
              <a:rPr lang="nl-BE" dirty="0" err="1"/>
              <a:t>window</a:t>
            </a:r>
            <a:r>
              <a:rPr lang="nl-BE"/>
              <a:t> clean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2002DD-0275-41CE-87EE-6CCAFDA78121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014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hasselt.be/nl/aparte-sites-uhasselt/ai-uhasselt/ai-tool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hasselt.be/nl/aparte-sites-uhasselt/ai-uhasselt/ai-tool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  <p:pic>
        <p:nvPicPr>
          <p:cNvPr id="11" name="Picture 10" descr="repo_qr.png">
            <a:extLst>
              <a:ext uri="{FF2B5EF4-FFF2-40B4-BE49-F238E27FC236}">
                <a16:creationId xmlns:a16="http://schemas.microsoft.com/office/drawing/2014/main" id="{8EC4A624-B474-9426-ADF9-BBAB6AF29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6279" y="4644180"/>
            <a:ext cx="1542331" cy="15423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04A97D-8C88-C0C2-70C5-A734A16B0343}"/>
              </a:ext>
            </a:extLst>
          </p:cNvPr>
          <p:cNvSpPr txBox="1"/>
          <p:nvPr/>
        </p:nvSpPr>
        <p:spPr>
          <a:xfrm>
            <a:off x="10304592" y="6308467"/>
            <a:ext cx="1554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595959"/>
                </a:solidFill>
              </a:rPr>
              <a:t>github.com/Aptamer1/ai-research-day-08092026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F2C96-C343-A0B2-8CDC-61282D8E4AC0}"/>
              </a:ext>
            </a:extLst>
          </p:cNvPr>
          <p:cNvSpPr txBox="1"/>
          <p:nvPr/>
        </p:nvSpPr>
        <p:spPr>
          <a:xfrm>
            <a:off x="9907682" y="4049673"/>
            <a:ext cx="2359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accent1"/>
                </a:solidFill>
              </a:rPr>
              <a:t>Follow </a:t>
            </a:r>
            <a:r>
              <a:rPr lang="nl-BE" sz="1400" dirty="0" err="1">
                <a:solidFill>
                  <a:schemeClr val="accent1"/>
                </a:solidFill>
              </a:rPr>
              <a:t>along</a:t>
            </a:r>
            <a:r>
              <a:rPr lang="nl-BE" sz="1400" dirty="0">
                <a:solidFill>
                  <a:schemeClr val="accent1"/>
                </a:solidFill>
              </a:rPr>
              <a:t> / access resources?: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0" y="182936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Grill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me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for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-research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From FWO's rulebook to a pressure-tested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sp>
        <p:nvSpPr>
          <p:cNvPr id="30" name="Pipeline Box 1"/>
          <p:cNvSpPr/>
          <p:nvPr/>
        </p:nvSpPr>
        <p:spPr>
          <a:xfrm>
            <a:off x="73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Knowledge base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raw FWO sources: regulations, scoring grid, panels, templates</a:t>
            </a:r>
          </a:p>
        </p:txBody>
      </p:sp>
      <p:sp>
        <p:nvSpPr>
          <p:cNvPr id="31" name="Pipeline Arrow 1"/>
          <p:cNvSpPr txBox="1"/>
          <p:nvPr/>
        </p:nvSpPr>
        <p:spPr>
          <a:xfrm>
            <a:off x="305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2" name="Pipeline Box 2"/>
          <p:cNvSpPr/>
          <p:nvPr/>
        </p:nvSpPr>
        <p:spPr>
          <a:xfrm>
            <a:off x="340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Extract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llm-wiki compiles it into wiki/ pages: criteria, process, guides</a:t>
            </a:r>
          </a:p>
        </p:txBody>
      </p:sp>
      <p:sp>
        <p:nvSpPr>
          <p:cNvPr id="33" name="Pipeline Arrow 2"/>
          <p:cNvSpPr txBox="1"/>
          <p:nvPr/>
        </p:nvSpPr>
        <p:spPr>
          <a:xfrm>
            <a:off x="572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4" name="Pipeline Box 3"/>
          <p:cNvSpPr/>
          <p:nvPr/>
        </p:nvSpPr>
        <p:spPr>
          <a:xfrm>
            <a:off x="607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packaged as SKILL.md, runs on demand</a:t>
            </a:r>
          </a:p>
        </p:txBody>
      </p:sp>
      <p:sp>
        <p:nvSpPr>
          <p:cNvPr id="35" name="Pipeline Arrow 3"/>
          <p:cNvSpPr txBox="1"/>
          <p:nvPr/>
        </p:nvSpPr>
        <p:spPr>
          <a:xfrm>
            <a:off x="839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6" name="Pipeline Box 4"/>
          <p:cNvSpPr/>
          <p:nvPr/>
        </p:nvSpPr>
        <p:spPr>
          <a:xfrm>
            <a:off x="874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Better proposal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checked and scored before it reaches a panel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1350000"/>
            <a:ext cx="10424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Every level from this talk, chained on one funder: raw files become a searchable knowledge base, then a skill.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230000"/>
            <a:ext cx="10424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TWO SKILLS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650000"/>
            <a:ext cx="1042416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sz="1300" b="1" dirty="0" err="1">
                <a:solidFill>
                  <a:srgbClr val="0B0B0B"/>
                </a:solidFill>
                <a:latin typeface="Consolas"/>
              </a:rPr>
              <a:t>fwo</a:t>
            </a:r>
            <a:r>
              <a:rPr sz="1300" b="1" dirty="0">
                <a:solidFill>
                  <a:srgbClr val="0B0B0B"/>
                </a:solidFill>
                <a:latin typeface="Consolas"/>
              </a:rPr>
              <a:t>-admissibility-check</a:t>
            </a:r>
            <a:r>
              <a:rPr sz="1300" b="0" dirty="0">
                <a:solidFill>
                  <a:srgbClr val="52514E"/>
                </a:solidFill>
                <a:latin typeface="Segoe UI"/>
              </a:rPr>
              <a:t>  the eligibility gate — supervisor role, Junior/Senior, submission limits, budget caps, form completeness — pass/fail before it ever reaches a panel.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50000"/>
            <a:ext cx="1042416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onsolas"/>
              </a:rPr>
              <a:t>/fwo-reviewer [INTDIS]</a:t>
            </a:r>
            <a:r>
              <a:rPr sz="1300" b="0">
                <a:solidFill>
                  <a:srgbClr val="52514E"/>
                </a:solidFill>
                <a:latin typeface="Segoe UI"/>
              </a:rPr>
              <a:t>  simulates the panel — scores Team, Originality, Feasibility (and Interdisciplinarity) against FWO's real scoring grid, then lists concrete fixes.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900000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Same recipe for any funder — swap the raw sources, and the skill rebuilds itself.</a:t>
            </a:r>
          </a:p>
        </p:txBody>
      </p:sp>
      <p:sp>
        <p:nvSpPr>
          <p:cNvPr id="42" name="Loop Icon"/>
          <p:cNvSpPr/>
          <p:nvPr/>
        </p:nvSpPr>
        <p:spPr>
          <a:xfrm rot="10800000">
            <a:off x="9955198" y="3854822"/>
            <a:ext cx="380000" cy="38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Loop Pill"/>
          <p:cNvSpPr/>
          <p:nvPr/>
        </p:nvSpPr>
        <p:spPr>
          <a:xfrm>
            <a:off x="7506520" y="3540681"/>
            <a:ext cx="2600000" cy="4600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i="0">
                <a:solidFill>
                  <a:srgbClr val="0B0B0B"/>
                </a:solidFill>
                <a:latin typeface="Segoe UI Semibold"/>
              </a:rPr>
              <a:t>Test → Evaluate → Adjust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854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All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research skills in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repo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07492"/>
            <a:ext cx="7854604" cy="4281126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/grant-evaluator [funder]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 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Strict funder-style critique of a proposal section (default Horizon Europe).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/bias-omission-check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 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Flags blind spots, inclusivity gaps, underrepresented stakeholders.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/grill-me-for-research [n]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Skeptical senior PI interrogates the proposal one question at a time.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/deconstruct-call [topic]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/plain-language-polish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 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Rewrites jargon for a diverse evaluation board.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-check [style]: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Checks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formatting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and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citation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-style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llm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-wiki [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ingest|query|lint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]: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Persistent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markdown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knowledge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wiki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instead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of re-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searching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raw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sources.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dirty="0">
                <a:solidFill>
                  <a:srgbClr val="0B0B0B"/>
                </a:solidFill>
                <a:latin typeface="Consolas"/>
              </a:rPr>
              <a:t>Extra: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Deconstruct the call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Plain-language polish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Rewrites jargon for a diverse evaluation board.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Workflow audit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Shows where automation frees up staff time for higher-value work.</a:t>
            </a:r>
            <a:endParaRPr lang="nl-BE" sz="110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Consistency check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: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Catches formatting and citation-style mismatches.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214" y="182880"/>
            <a:ext cx="2622379" cy="262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847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9654" y="379933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2668</Words>
  <Application>Microsoft Office PowerPoint</Application>
  <PresentationFormat>Widescreen</PresentationFormat>
  <Paragraphs>299</Paragraphs>
  <Slides>18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44</cp:revision>
  <dcterms:created xsi:type="dcterms:W3CDTF">2013-01-27T09:14:16Z</dcterms:created>
  <dcterms:modified xsi:type="dcterms:W3CDTF">2026-07-28T13:16:31Z</dcterms:modified>
  <cp:category/>
</cp:coreProperties>
</file>